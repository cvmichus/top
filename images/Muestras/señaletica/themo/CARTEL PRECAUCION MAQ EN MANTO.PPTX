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4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7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5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6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6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4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18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3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10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F96CA-1A23-46F5-BFE1-225BEC9F70BB}" type="datetimeFigureOut">
              <a:rPr lang="en-US" smtClean="0"/>
              <a:t>6/27/2016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8C01F-21D7-4F8E-896B-110EEF584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3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87375"/>
            <a:ext cx="8382000" cy="1470025"/>
          </a:xfrm>
          <a:solidFill>
            <a:schemeClr val="bg1"/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r>
              <a:rPr lang="en-US" sz="8800" b="1" dirty="0" smtClean="0">
                <a:solidFill>
                  <a:srgbClr val="FF0000"/>
                </a:solidFill>
              </a:rPr>
              <a:t>PRECAUCIÓN</a:t>
            </a:r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38400"/>
            <a:ext cx="6629400" cy="2209800"/>
          </a:xfrm>
          <a:solidFill>
            <a:schemeClr val="bg1"/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r>
              <a:rPr lang="en-US" sz="6600" b="1" dirty="0" smtClean="0">
                <a:solidFill>
                  <a:schemeClr val="tx1"/>
                </a:solidFill>
              </a:rPr>
              <a:t>MÁQUINA EN MANTENIMIENTO</a:t>
            </a:r>
            <a:endParaRPr lang="en-US" sz="66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2600" y="5124271"/>
            <a:ext cx="5943600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NOMBRE DEL TÉCNICO: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857568"/>
            <a:ext cx="938213" cy="818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857568"/>
            <a:ext cx="938213" cy="818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4" y="76200"/>
            <a:ext cx="1933575" cy="40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0399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PRECAUCIÓN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PRECAUCIÓN</dc:title>
  <dc:creator>Victor Perez</dc:creator>
  <cp:lastModifiedBy>Victor Perez</cp:lastModifiedBy>
  <cp:revision>3</cp:revision>
  <dcterms:created xsi:type="dcterms:W3CDTF">2016-06-27T15:08:04Z</dcterms:created>
  <dcterms:modified xsi:type="dcterms:W3CDTF">2016-06-27T15:22:07Z</dcterms:modified>
</cp:coreProperties>
</file>